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why activation functions must be non-linear; linear activations collapse into a single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&amp; Neural Network Foundations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Series: Machine Learning Architecture</a:t>
            </a:r>
          </a:p>
          <a:p>
            <a:r>
              <a:t>Department of AI Studies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Feedforward Neural Networks (FNN)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Multi-Layer Perceptron (MLP) Architecture</a:t>
            </a:r>
          </a:p>
          <a:p>
            <a:r>
              <a:t>Composed of input, hidden, and output dense layers with nonlinear activations.</a:t>
            </a:r>
          </a:p>
          <a:p>
            <a:r>
              <a:t>Activation functions introduce non-linearity (ReLU, GELU, Sigmoid).</a:t>
            </a:r>
          </a:p>
          <a:p>
            <a:r>
              <a:t>Objective: Minimize loss function via Backpropagation and Gradient Descent.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Convolutional Neural Networks (CNN)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Spatial Invariance and Feature Extraction</a:t>
            </a:r>
          </a:p>
          <a:p>
            <a:r>
              <a:t>Convolution operation: Kernel filters slide across 2D/3D tensor matrices.</a:t>
            </a:r>
          </a:p>
          <a:p>
            <a:r>
              <a:t>Pooling layers (MaxPooling) reduce spatial dimensionality and parameter count.</a:t>
            </a:r>
          </a:p>
          <a:p>
            <a:r>
              <a:t>Foundational Prerequisites: Matrix multiplication, linear algebra, digital image representations.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Stochastic Optimization: Adam and SGD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Adaptive Learning Rate Algorithms</a:t>
            </a:r>
          </a:p>
          <a:p>
            <a:r>
              <a:t>SGD with Momentum maintains an exponentially decaying moving average of past gradients.</a:t>
            </a:r>
          </a:p>
          <a:p>
            <a:r>
              <a:t>Adam computes adaptive learning rates for each parameter using first and second moment vectors.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